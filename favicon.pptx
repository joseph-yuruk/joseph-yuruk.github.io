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39863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" userDrawn="1">
          <p15:clr>
            <a:srgbClr val="A4A3A4"/>
          </p15:clr>
        </p15:guide>
        <p15:guide id="2" pos="4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C71"/>
    <a:srgbClr val="FFF400"/>
    <a:srgbClr val="296CF6"/>
    <a:srgbClr val="F2F2F2"/>
    <a:srgbClr val="00A6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5" autoAdjust="0"/>
    <p:restoredTop sz="94660"/>
  </p:normalViewPr>
  <p:slideViewPr>
    <p:cSldViewPr snapToGrid="0">
      <p:cViewPr varScale="1">
        <p:scale>
          <a:sx n="248" d="100"/>
          <a:sy n="248" d="100"/>
        </p:scale>
        <p:origin x="1980" y="180"/>
      </p:cViewPr>
      <p:guideLst>
        <p:guide orient="horz" pos="453"/>
        <p:guide pos="4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90" y="235644"/>
            <a:ext cx="1223884" cy="501286"/>
          </a:xfrm>
        </p:spPr>
        <p:txBody>
          <a:bodyPr anchor="b"/>
          <a:lstStyle>
            <a:lvl1pPr algn="ctr">
              <a:defRPr sz="9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83" y="756262"/>
            <a:ext cx="1079897" cy="347633"/>
          </a:xfrm>
        </p:spPr>
        <p:txBody>
          <a:bodyPr/>
          <a:lstStyle>
            <a:lvl1pPr marL="0" indent="0" algn="ctr">
              <a:buNone/>
              <a:defRPr sz="378"/>
            </a:lvl1pPr>
            <a:lvl2pPr marL="72009" indent="0" algn="ctr">
              <a:buNone/>
              <a:defRPr sz="315"/>
            </a:lvl2pPr>
            <a:lvl3pPr marL="144018" indent="0" algn="ctr">
              <a:buNone/>
              <a:defRPr sz="284"/>
            </a:lvl3pPr>
            <a:lvl4pPr marL="216027" indent="0" algn="ctr">
              <a:buNone/>
              <a:defRPr sz="252"/>
            </a:lvl4pPr>
            <a:lvl5pPr marL="288036" indent="0" algn="ctr">
              <a:buNone/>
              <a:defRPr sz="252"/>
            </a:lvl5pPr>
            <a:lvl6pPr marL="360045" indent="0" algn="ctr">
              <a:buNone/>
              <a:defRPr sz="252"/>
            </a:lvl6pPr>
            <a:lvl7pPr marL="432054" indent="0" algn="ctr">
              <a:buNone/>
              <a:defRPr sz="252"/>
            </a:lvl7pPr>
            <a:lvl8pPr marL="504063" indent="0" algn="ctr">
              <a:buNone/>
              <a:defRPr sz="252"/>
            </a:lvl8pPr>
            <a:lvl9pPr marL="576072" indent="0" algn="ctr">
              <a:buNone/>
              <a:defRPr sz="2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439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428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41" y="358966"/>
            <a:ext cx="1241882" cy="598943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41" y="963575"/>
            <a:ext cx="1241882" cy="314970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2009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4018" indent="0">
              <a:buNone/>
              <a:defRPr sz="284">
                <a:solidFill>
                  <a:schemeClr val="tx1">
                    <a:tint val="82000"/>
                  </a:schemeClr>
                </a:solidFill>
              </a:defRPr>
            </a:lvl3pPr>
            <a:lvl4pPr marL="216027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803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60045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2054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406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6072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2555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90" y="383297"/>
            <a:ext cx="611942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8931" y="383297"/>
            <a:ext cx="611942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868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76660"/>
            <a:ext cx="1241882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79" y="352967"/>
            <a:ext cx="609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9" indent="0">
              <a:buNone/>
              <a:defRPr sz="315" b="1"/>
            </a:lvl2pPr>
            <a:lvl3pPr marL="144018" indent="0">
              <a:buNone/>
              <a:defRPr sz="284" b="1"/>
            </a:lvl3pPr>
            <a:lvl4pPr marL="216027" indent="0">
              <a:buNone/>
              <a:defRPr sz="252" b="1"/>
            </a:lvl4pPr>
            <a:lvl5pPr marL="288036" indent="0">
              <a:buNone/>
              <a:defRPr sz="252" b="1"/>
            </a:lvl5pPr>
            <a:lvl6pPr marL="360045" indent="0">
              <a:buNone/>
              <a:defRPr sz="252" b="1"/>
            </a:lvl6pPr>
            <a:lvl7pPr marL="432054" indent="0">
              <a:buNone/>
              <a:defRPr sz="252" b="1"/>
            </a:lvl7pPr>
            <a:lvl8pPr marL="504063" indent="0">
              <a:buNone/>
              <a:defRPr sz="252" b="1"/>
            </a:lvl8pPr>
            <a:lvl9pPr marL="576072" indent="0">
              <a:buNone/>
              <a:defRPr sz="2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79" y="525950"/>
            <a:ext cx="60912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8931" y="352967"/>
            <a:ext cx="612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9" indent="0">
              <a:buNone/>
              <a:defRPr sz="315" b="1"/>
            </a:lvl2pPr>
            <a:lvl3pPr marL="144018" indent="0">
              <a:buNone/>
              <a:defRPr sz="284" b="1"/>
            </a:lvl3pPr>
            <a:lvl4pPr marL="216027" indent="0">
              <a:buNone/>
              <a:defRPr sz="252" b="1"/>
            </a:lvl4pPr>
            <a:lvl5pPr marL="288036" indent="0">
              <a:buNone/>
              <a:defRPr sz="252" b="1"/>
            </a:lvl5pPr>
            <a:lvl6pPr marL="360045" indent="0">
              <a:buNone/>
              <a:defRPr sz="252" b="1"/>
            </a:lvl6pPr>
            <a:lvl7pPr marL="432054" indent="0">
              <a:buNone/>
              <a:defRPr sz="252" b="1"/>
            </a:lvl7pPr>
            <a:lvl8pPr marL="504063" indent="0">
              <a:buNone/>
              <a:defRPr sz="252" b="1"/>
            </a:lvl8pPr>
            <a:lvl9pPr marL="576072" indent="0">
              <a:buNone/>
              <a:defRPr sz="2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8931" y="525950"/>
            <a:ext cx="61212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566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40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2998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1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29" y="207314"/>
            <a:ext cx="728931" cy="1023236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59"/>
            <a:ext cx="464393" cy="800257"/>
          </a:xfrm>
        </p:spPr>
        <p:txBody>
          <a:bodyPr/>
          <a:lstStyle>
            <a:lvl1pPr marL="0" indent="0">
              <a:buNone/>
              <a:defRPr sz="252"/>
            </a:lvl1pPr>
            <a:lvl2pPr marL="72009" indent="0">
              <a:buNone/>
              <a:defRPr sz="221"/>
            </a:lvl2pPr>
            <a:lvl3pPr marL="144018" indent="0">
              <a:buNone/>
              <a:defRPr sz="189"/>
            </a:lvl3pPr>
            <a:lvl4pPr marL="216027" indent="0">
              <a:buNone/>
              <a:defRPr sz="158"/>
            </a:lvl4pPr>
            <a:lvl5pPr marL="288036" indent="0">
              <a:buNone/>
              <a:defRPr sz="158"/>
            </a:lvl5pPr>
            <a:lvl6pPr marL="360045" indent="0">
              <a:buNone/>
              <a:defRPr sz="158"/>
            </a:lvl6pPr>
            <a:lvl7pPr marL="432054" indent="0">
              <a:buNone/>
              <a:defRPr sz="158"/>
            </a:lvl7pPr>
            <a:lvl8pPr marL="504063" indent="0">
              <a:buNone/>
              <a:defRPr sz="158"/>
            </a:lvl8pPr>
            <a:lvl9pPr marL="576072" indent="0">
              <a:buNone/>
              <a:defRPr sz="1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578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1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29" y="207314"/>
            <a:ext cx="728931" cy="1023236"/>
          </a:xfrm>
        </p:spPr>
        <p:txBody>
          <a:bodyPr anchor="t"/>
          <a:lstStyle>
            <a:lvl1pPr marL="0" indent="0">
              <a:buNone/>
              <a:defRPr sz="504"/>
            </a:lvl1pPr>
            <a:lvl2pPr marL="72009" indent="0">
              <a:buNone/>
              <a:defRPr sz="441"/>
            </a:lvl2pPr>
            <a:lvl3pPr marL="144018" indent="0">
              <a:buNone/>
              <a:defRPr sz="378"/>
            </a:lvl3pPr>
            <a:lvl4pPr marL="216027" indent="0">
              <a:buNone/>
              <a:defRPr sz="315"/>
            </a:lvl4pPr>
            <a:lvl5pPr marL="288036" indent="0">
              <a:buNone/>
              <a:defRPr sz="315"/>
            </a:lvl5pPr>
            <a:lvl6pPr marL="360045" indent="0">
              <a:buNone/>
              <a:defRPr sz="315"/>
            </a:lvl6pPr>
            <a:lvl7pPr marL="432054" indent="0">
              <a:buNone/>
              <a:defRPr sz="315"/>
            </a:lvl7pPr>
            <a:lvl8pPr marL="504063" indent="0">
              <a:buNone/>
              <a:defRPr sz="315"/>
            </a:lvl8pPr>
            <a:lvl9pPr marL="576072" indent="0">
              <a:buNone/>
              <a:defRPr sz="3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59"/>
            <a:ext cx="464393" cy="800257"/>
          </a:xfrm>
        </p:spPr>
        <p:txBody>
          <a:bodyPr/>
          <a:lstStyle>
            <a:lvl1pPr marL="0" indent="0">
              <a:buNone/>
              <a:defRPr sz="252"/>
            </a:lvl1pPr>
            <a:lvl2pPr marL="72009" indent="0">
              <a:buNone/>
              <a:defRPr sz="221"/>
            </a:lvl2pPr>
            <a:lvl3pPr marL="144018" indent="0">
              <a:buNone/>
              <a:defRPr sz="189"/>
            </a:lvl3pPr>
            <a:lvl4pPr marL="216027" indent="0">
              <a:buNone/>
              <a:defRPr sz="158"/>
            </a:lvl4pPr>
            <a:lvl5pPr marL="288036" indent="0">
              <a:buNone/>
              <a:defRPr sz="158"/>
            </a:lvl5pPr>
            <a:lvl6pPr marL="360045" indent="0">
              <a:buNone/>
              <a:defRPr sz="158"/>
            </a:lvl6pPr>
            <a:lvl7pPr marL="432054" indent="0">
              <a:buNone/>
              <a:defRPr sz="158"/>
            </a:lvl7pPr>
            <a:lvl8pPr marL="504063" indent="0">
              <a:buNone/>
              <a:defRPr sz="158"/>
            </a:lvl8pPr>
            <a:lvl9pPr marL="576072" indent="0">
              <a:buNone/>
              <a:defRPr sz="1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16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77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402" y="76660"/>
            <a:ext cx="310470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991" y="76660"/>
            <a:ext cx="913413" cy="12202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404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91" y="76660"/>
            <a:ext cx="1241882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91" y="383297"/>
            <a:ext cx="1241882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991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955" y="1334540"/>
            <a:ext cx="485954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903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221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4018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5" indent="-36005" algn="l" defTabSz="144018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8014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80023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2032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324041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96050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68059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40068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612077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1pPr>
      <a:lvl2pPr marL="72009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4539EBC-6CDA-06AC-A7F9-FEACD56AF816}"/>
              </a:ext>
            </a:extLst>
          </p:cNvPr>
          <p:cNvGrpSpPr/>
          <p:nvPr/>
        </p:nvGrpSpPr>
        <p:grpSpPr>
          <a:xfrm>
            <a:off x="414338" y="414338"/>
            <a:ext cx="609600" cy="609600"/>
            <a:chOff x="414338" y="414338"/>
            <a:chExt cx="609600" cy="6096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CB71E9E-81A2-DD37-59A7-7C93C930C416}"/>
                </a:ext>
              </a:extLst>
            </p:cNvPr>
            <p:cNvSpPr/>
            <p:nvPr/>
          </p:nvSpPr>
          <p:spPr>
            <a:xfrm>
              <a:off x="414338" y="414338"/>
              <a:ext cx="609600" cy="609600"/>
            </a:xfrm>
            <a:prstGeom prst="rect">
              <a:avLst/>
            </a:prstGeom>
            <a:solidFill>
              <a:srgbClr val="003C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4" name="Graphic 3" descr="Checkmark with solid fill">
              <a:extLst>
                <a:ext uri="{FF2B5EF4-FFF2-40B4-BE49-F238E27FC236}">
                  <a16:creationId xmlns:a16="http://schemas.microsoft.com/office/drawing/2014/main" id="{D59E5C7C-75B3-707A-B767-38FE68F33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538" y="490538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642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Yuruk</dc:creator>
  <cp:lastModifiedBy>Joseph Yuruk</cp:lastModifiedBy>
  <cp:revision>7</cp:revision>
  <dcterms:created xsi:type="dcterms:W3CDTF">2026-03-13T06:16:00Z</dcterms:created>
  <dcterms:modified xsi:type="dcterms:W3CDTF">2026-03-13T06:53:04Z</dcterms:modified>
</cp:coreProperties>
</file>