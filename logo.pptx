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439863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C71"/>
    <a:srgbClr val="296CF6"/>
    <a:srgbClr val="F2F2F2"/>
    <a:srgbClr val="00A69D"/>
    <a:srgbClr val="FFF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5" autoAdjust="0"/>
    <p:restoredTop sz="94660"/>
  </p:normalViewPr>
  <p:slideViewPr>
    <p:cSldViewPr snapToGrid="0">
      <p:cViewPr>
        <p:scale>
          <a:sx n="66" d="100"/>
          <a:sy n="66" d="100"/>
        </p:scale>
        <p:origin x="2808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990" y="235644"/>
            <a:ext cx="1223884" cy="501286"/>
          </a:xfrm>
        </p:spPr>
        <p:txBody>
          <a:bodyPr anchor="b"/>
          <a:lstStyle>
            <a:lvl1pPr algn="ctr">
              <a:defRPr sz="9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983" y="756262"/>
            <a:ext cx="1079897" cy="347633"/>
          </a:xfrm>
        </p:spPr>
        <p:txBody>
          <a:bodyPr/>
          <a:lstStyle>
            <a:lvl1pPr marL="0" indent="0" algn="ctr">
              <a:buNone/>
              <a:defRPr sz="378"/>
            </a:lvl1pPr>
            <a:lvl2pPr marL="72009" indent="0" algn="ctr">
              <a:buNone/>
              <a:defRPr sz="315"/>
            </a:lvl2pPr>
            <a:lvl3pPr marL="144018" indent="0" algn="ctr">
              <a:buNone/>
              <a:defRPr sz="284"/>
            </a:lvl3pPr>
            <a:lvl4pPr marL="216027" indent="0" algn="ctr">
              <a:buNone/>
              <a:defRPr sz="252"/>
            </a:lvl4pPr>
            <a:lvl5pPr marL="288036" indent="0" algn="ctr">
              <a:buNone/>
              <a:defRPr sz="252"/>
            </a:lvl5pPr>
            <a:lvl6pPr marL="360045" indent="0" algn="ctr">
              <a:buNone/>
              <a:defRPr sz="252"/>
            </a:lvl6pPr>
            <a:lvl7pPr marL="432054" indent="0" algn="ctr">
              <a:buNone/>
              <a:defRPr sz="252"/>
            </a:lvl7pPr>
            <a:lvl8pPr marL="504063" indent="0" algn="ctr">
              <a:buNone/>
              <a:defRPr sz="252"/>
            </a:lvl8pPr>
            <a:lvl9pPr marL="576072" indent="0" algn="ctr">
              <a:buNone/>
              <a:defRPr sz="25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4390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4282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41" y="358966"/>
            <a:ext cx="1241882" cy="598943"/>
          </a:xfrm>
        </p:spPr>
        <p:txBody>
          <a:bodyPr anchor="b"/>
          <a:lstStyle>
            <a:lvl1pPr>
              <a:defRPr sz="9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41" y="963575"/>
            <a:ext cx="1241882" cy="314970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1pPr>
            <a:lvl2pPr marL="72009" indent="0">
              <a:buNone/>
              <a:defRPr sz="315">
                <a:solidFill>
                  <a:schemeClr val="tx1">
                    <a:tint val="82000"/>
                  </a:schemeClr>
                </a:solidFill>
              </a:defRPr>
            </a:lvl2pPr>
            <a:lvl3pPr marL="144018" indent="0">
              <a:buNone/>
              <a:defRPr sz="284">
                <a:solidFill>
                  <a:schemeClr val="tx1">
                    <a:tint val="82000"/>
                  </a:schemeClr>
                </a:solidFill>
              </a:defRPr>
            </a:lvl3pPr>
            <a:lvl4pPr marL="216027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4pPr>
            <a:lvl5pPr marL="28803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5pPr>
            <a:lvl6pPr marL="360045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6pPr>
            <a:lvl7pPr marL="432054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7pPr>
            <a:lvl8pPr marL="50406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8pPr>
            <a:lvl9pPr marL="576072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2555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990" y="383297"/>
            <a:ext cx="611942" cy="913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8931" y="383297"/>
            <a:ext cx="611942" cy="913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8680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78" y="76660"/>
            <a:ext cx="1241882" cy="2783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79" y="352967"/>
            <a:ext cx="609129" cy="172983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2009" indent="0">
              <a:buNone/>
              <a:defRPr sz="315" b="1"/>
            </a:lvl2pPr>
            <a:lvl3pPr marL="144018" indent="0">
              <a:buNone/>
              <a:defRPr sz="284" b="1"/>
            </a:lvl3pPr>
            <a:lvl4pPr marL="216027" indent="0">
              <a:buNone/>
              <a:defRPr sz="252" b="1"/>
            </a:lvl4pPr>
            <a:lvl5pPr marL="288036" indent="0">
              <a:buNone/>
              <a:defRPr sz="252" b="1"/>
            </a:lvl5pPr>
            <a:lvl6pPr marL="360045" indent="0">
              <a:buNone/>
              <a:defRPr sz="252" b="1"/>
            </a:lvl6pPr>
            <a:lvl7pPr marL="432054" indent="0">
              <a:buNone/>
              <a:defRPr sz="252" b="1"/>
            </a:lvl7pPr>
            <a:lvl8pPr marL="504063" indent="0">
              <a:buNone/>
              <a:defRPr sz="252" b="1"/>
            </a:lvl8pPr>
            <a:lvl9pPr marL="576072" indent="0">
              <a:buNone/>
              <a:defRPr sz="2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79" y="525950"/>
            <a:ext cx="609129" cy="773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8931" y="352967"/>
            <a:ext cx="612129" cy="172983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2009" indent="0">
              <a:buNone/>
              <a:defRPr sz="315" b="1"/>
            </a:lvl2pPr>
            <a:lvl3pPr marL="144018" indent="0">
              <a:buNone/>
              <a:defRPr sz="284" b="1"/>
            </a:lvl3pPr>
            <a:lvl4pPr marL="216027" indent="0">
              <a:buNone/>
              <a:defRPr sz="252" b="1"/>
            </a:lvl4pPr>
            <a:lvl5pPr marL="288036" indent="0">
              <a:buNone/>
              <a:defRPr sz="252" b="1"/>
            </a:lvl5pPr>
            <a:lvl6pPr marL="360045" indent="0">
              <a:buNone/>
              <a:defRPr sz="252" b="1"/>
            </a:lvl6pPr>
            <a:lvl7pPr marL="432054" indent="0">
              <a:buNone/>
              <a:defRPr sz="252" b="1"/>
            </a:lvl7pPr>
            <a:lvl8pPr marL="504063" indent="0">
              <a:buNone/>
              <a:defRPr sz="252" b="1"/>
            </a:lvl8pPr>
            <a:lvl9pPr marL="576072" indent="0">
              <a:buNone/>
              <a:defRPr sz="2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8931" y="525950"/>
            <a:ext cx="612129" cy="773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5667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405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2998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78" y="95991"/>
            <a:ext cx="464393" cy="335968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29" y="207314"/>
            <a:ext cx="728931" cy="1023236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78" y="431959"/>
            <a:ext cx="464393" cy="800257"/>
          </a:xfrm>
        </p:spPr>
        <p:txBody>
          <a:bodyPr/>
          <a:lstStyle>
            <a:lvl1pPr marL="0" indent="0">
              <a:buNone/>
              <a:defRPr sz="252"/>
            </a:lvl1pPr>
            <a:lvl2pPr marL="72009" indent="0">
              <a:buNone/>
              <a:defRPr sz="221"/>
            </a:lvl2pPr>
            <a:lvl3pPr marL="144018" indent="0">
              <a:buNone/>
              <a:defRPr sz="189"/>
            </a:lvl3pPr>
            <a:lvl4pPr marL="216027" indent="0">
              <a:buNone/>
              <a:defRPr sz="158"/>
            </a:lvl4pPr>
            <a:lvl5pPr marL="288036" indent="0">
              <a:buNone/>
              <a:defRPr sz="158"/>
            </a:lvl5pPr>
            <a:lvl6pPr marL="360045" indent="0">
              <a:buNone/>
              <a:defRPr sz="158"/>
            </a:lvl6pPr>
            <a:lvl7pPr marL="432054" indent="0">
              <a:buNone/>
              <a:defRPr sz="158"/>
            </a:lvl7pPr>
            <a:lvl8pPr marL="504063" indent="0">
              <a:buNone/>
              <a:defRPr sz="158"/>
            </a:lvl8pPr>
            <a:lvl9pPr marL="576072" indent="0">
              <a:buNone/>
              <a:defRPr sz="15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5788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78" y="95991"/>
            <a:ext cx="464393" cy="335968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29" y="207314"/>
            <a:ext cx="728931" cy="1023236"/>
          </a:xfrm>
        </p:spPr>
        <p:txBody>
          <a:bodyPr anchor="t"/>
          <a:lstStyle>
            <a:lvl1pPr marL="0" indent="0">
              <a:buNone/>
              <a:defRPr sz="504"/>
            </a:lvl1pPr>
            <a:lvl2pPr marL="72009" indent="0">
              <a:buNone/>
              <a:defRPr sz="441"/>
            </a:lvl2pPr>
            <a:lvl3pPr marL="144018" indent="0">
              <a:buNone/>
              <a:defRPr sz="378"/>
            </a:lvl3pPr>
            <a:lvl4pPr marL="216027" indent="0">
              <a:buNone/>
              <a:defRPr sz="315"/>
            </a:lvl4pPr>
            <a:lvl5pPr marL="288036" indent="0">
              <a:buNone/>
              <a:defRPr sz="315"/>
            </a:lvl5pPr>
            <a:lvl6pPr marL="360045" indent="0">
              <a:buNone/>
              <a:defRPr sz="315"/>
            </a:lvl6pPr>
            <a:lvl7pPr marL="432054" indent="0">
              <a:buNone/>
              <a:defRPr sz="315"/>
            </a:lvl7pPr>
            <a:lvl8pPr marL="504063" indent="0">
              <a:buNone/>
              <a:defRPr sz="315"/>
            </a:lvl8pPr>
            <a:lvl9pPr marL="576072" indent="0">
              <a:buNone/>
              <a:defRPr sz="3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78" y="431959"/>
            <a:ext cx="464393" cy="800257"/>
          </a:xfrm>
        </p:spPr>
        <p:txBody>
          <a:bodyPr/>
          <a:lstStyle>
            <a:lvl1pPr marL="0" indent="0">
              <a:buNone/>
              <a:defRPr sz="252"/>
            </a:lvl1pPr>
            <a:lvl2pPr marL="72009" indent="0">
              <a:buNone/>
              <a:defRPr sz="221"/>
            </a:lvl2pPr>
            <a:lvl3pPr marL="144018" indent="0">
              <a:buNone/>
              <a:defRPr sz="189"/>
            </a:lvl3pPr>
            <a:lvl4pPr marL="216027" indent="0">
              <a:buNone/>
              <a:defRPr sz="158"/>
            </a:lvl4pPr>
            <a:lvl5pPr marL="288036" indent="0">
              <a:buNone/>
              <a:defRPr sz="158"/>
            </a:lvl5pPr>
            <a:lvl6pPr marL="360045" indent="0">
              <a:buNone/>
              <a:defRPr sz="158"/>
            </a:lvl6pPr>
            <a:lvl7pPr marL="432054" indent="0">
              <a:buNone/>
              <a:defRPr sz="158"/>
            </a:lvl7pPr>
            <a:lvl8pPr marL="504063" indent="0">
              <a:buNone/>
              <a:defRPr sz="158"/>
            </a:lvl8pPr>
            <a:lvl9pPr marL="576072" indent="0">
              <a:buNone/>
              <a:defRPr sz="15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116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77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402" y="76660"/>
            <a:ext cx="310470" cy="12202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8991" y="76660"/>
            <a:ext cx="913413" cy="12202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4047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991" y="76660"/>
            <a:ext cx="1241882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91" y="383297"/>
            <a:ext cx="1241882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8991" y="1334540"/>
            <a:ext cx="32396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035883-047A-4FA4-956D-1FA8901634FA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6955" y="1334540"/>
            <a:ext cx="485954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903" y="1334540"/>
            <a:ext cx="32396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5A1F4E-9E6C-4E28-B31A-CBEDCD06F5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221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4018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5" indent="-36005" algn="l" defTabSz="144018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8014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80023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2032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4pPr>
      <a:lvl5pPr marL="324041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5pPr>
      <a:lvl6pPr marL="396050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6pPr>
      <a:lvl7pPr marL="468059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7pPr>
      <a:lvl8pPr marL="540068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8pPr>
      <a:lvl9pPr marL="612077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1pPr>
      <a:lvl2pPr marL="72009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3pPr>
      <a:lvl4pPr marL="216027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5pPr>
      <a:lvl6pPr marL="360045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6pPr>
      <a:lvl7pPr marL="432054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7pPr>
      <a:lvl8pPr marL="504063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8pPr>
      <a:lvl9pPr marL="576072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743D659F-6EB6-FAA2-30D9-5D4CDFB7B067}"/>
              </a:ext>
            </a:extLst>
          </p:cNvPr>
          <p:cNvSpPr/>
          <p:nvPr/>
        </p:nvSpPr>
        <p:spPr>
          <a:xfrm>
            <a:off x="215900" y="215900"/>
            <a:ext cx="1003300" cy="1003300"/>
          </a:xfrm>
          <a:prstGeom prst="ellipse">
            <a:avLst/>
          </a:prstGeom>
          <a:solidFill>
            <a:srgbClr val="FFF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9" name="Graphic 8" descr="Badge Tick1 with solid fill">
            <a:extLst>
              <a:ext uri="{FF2B5EF4-FFF2-40B4-BE49-F238E27FC236}">
                <a16:creationId xmlns:a16="http://schemas.microsoft.com/office/drawing/2014/main" id="{8F068D10-3FE2-FDF0-EB5C-1927C07F1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-1"/>
            <a:ext cx="1439863" cy="143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28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Yuruk</dc:creator>
  <cp:lastModifiedBy>Joseph Yuruk</cp:lastModifiedBy>
  <cp:revision>1</cp:revision>
  <dcterms:created xsi:type="dcterms:W3CDTF">2026-03-13T06:16:00Z</dcterms:created>
  <dcterms:modified xsi:type="dcterms:W3CDTF">2026-03-13T06:21:33Z</dcterms:modified>
</cp:coreProperties>
</file>