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439863" cy="1439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53" userDrawn="1">
          <p15:clr>
            <a:srgbClr val="A4A3A4"/>
          </p15:clr>
        </p15:guide>
        <p15:guide id="2" pos="45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00"/>
    <a:srgbClr val="296CF6"/>
    <a:srgbClr val="003C71"/>
    <a:srgbClr val="F2F2F2"/>
    <a:srgbClr val="00A6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5" autoAdjust="0"/>
    <p:restoredTop sz="94660"/>
  </p:normalViewPr>
  <p:slideViewPr>
    <p:cSldViewPr snapToGrid="0">
      <p:cViewPr>
        <p:scale>
          <a:sx n="125" d="100"/>
          <a:sy n="125" d="100"/>
        </p:scale>
        <p:origin x="2538" y="738"/>
      </p:cViewPr>
      <p:guideLst>
        <p:guide orient="horz" pos="453"/>
        <p:guide pos="45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990" y="235644"/>
            <a:ext cx="1223884" cy="501286"/>
          </a:xfrm>
        </p:spPr>
        <p:txBody>
          <a:bodyPr anchor="b"/>
          <a:lstStyle>
            <a:lvl1pPr algn="ctr">
              <a:defRPr sz="9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9983" y="756262"/>
            <a:ext cx="1079897" cy="347633"/>
          </a:xfrm>
        </p:spPr>
        <p:txBody>
          <a:bodyPr/>
          <a:lstStyle>
            <a:lvl1pPr marL="0" indent="0" algn="ctr">
              <a:buNone/>
              <a:defRPr sz="378"/>
            </a:lvl1pPr>
            <a:lvl2pPr marL="72009" indent="0" algn="ctr">
              <a:buNone/>
              <a:defRPr sz="315"/>
            </a:lvl2pPr>
            <a:lvl3pPr marL="144018" indent="0" algn="ctr">
              <a:buNone/>
              <a:defRPr sz="284"/>
            </a:lvl3pPr>
            <a:lvl4pPr marL="216027" indent="0" algn="ctr">
              <a:buNone/>
              <a:defRPr sz="252"/>
            </a:lvl4pPr>
            <a:lvl5pPr marL="288036" indent="0" algn="ctr">
              <a:buNone/>
              <a:defRPr sz="252"/>
            </a:lvl5pPr>
            <a:lvl6pPr marL="360045" indent="0" algn="ctr">
              <a:buNone/>
              <a:defRPr sz="252"/>
            </a:lvl6pPr>
            <a:lvl7pPr marL="432054" indent="0" algn="ctr">
              <a:buNone/>
              <a:defRPr sz="252"/>
            </a:lvl7pPr>
            <a:lvl8pPr marL="504063" indent="0" algn="ctr">
              <a:buNone/>
              <a:defRPr sz="252"/>
            </a:lvl8pPr>
            <a:lvl9pPr marL="576072" indent="0" algn="ctr">
              <a:buNone/>
              <a:defRPr sz="25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54390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04282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41" y="358966"/>
            <a:ext cx="1241882" cy="598943"/>
          </a:xfrm>
        </p:spPr>
        <p:txBody>
          <a:bodyPr anchor="b"/>
          <a:lstStyle>
            <a:lvl1pPr>
              <a:defRPr sz="9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41" y="963575"/>
            <a:ext cx="1241882" cy="314970"/>
          </a:xfrm>
        </p:spPr>
        <p:txBody>
          <a:bodyPr/>
          <a:lstStyle>
            <a:lvl1pPr marL="0" indent="0">
              <a:buNone/>
              <a:defRPr sz="378">
                <a:solidFill>
                  <a:schemeClr val="tx1">
                    <a:tint val="82000"/>
                  </a:schemeClr>
                </a:solidFill>
              </a:defRPr>
            </a:lvl1pPr>
            <a:lvl2pPr marL="72009" indent="0">
              <a:buNone/>
              <a:defRPr sz="315">
                <a:solidFill>
                  <a:schemeClr val="tx1">
                    <a:tint val="82000"/>
                  </a:schemeClr>
                </a:solidFill>
              </a:defRPr>
            </a:lvl2pPr>
            <a:lvl3pPr marL="144018" indent="0">
              <a:buNone/>
              <a:defRPr sz="284">
                <a:solidFill>
                  <a:schemeClr val="tx1">
                    <a:tint val="82000"/>
                  </a:schemeClr>
                </a:solidFill>
              </a:defRPr>
            </a:lvl3pPr>
            <a:lvl4pPr marL="216027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4pPr>
            <a:lvl5pPr marL="288036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5pPr>
            <a:lvl6pPr marL="360045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6pPr>
            <a:lvl7pPr marL="432054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7pPr>
            <a:lvl8pPr marL="504063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8pPr>
            <a:lvl9pPr marL="576072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2555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90" y="383297"/>
            <a:ext cx="611942" cy="913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8931" y="383297"/>
            <a:ext cx="611942" cy="913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8680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76660"/>
            <a:ext cx="1241882" cy="27830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79" y="352967"/>
            <a:ext cx="609129" cy="172983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2009" indent="0">
              <a:buNone/>
              <a:defRPr sz="315" b="1"/>
            </a:lvl2pPr>
            <a:lvl3pPr marL="144018" indent="0">
              <a:buNone/>
              <a:defRPr sz="284" b="1"/>
            </a:lvl3pPr>
            <a:lvl4pPr marL="216027" indent="0">
              <a:buNone/>
              <a:defRPr sz="252" b="1"/>
            </a:lvl4pPr>
            <a:lvl5pPr marL="288036" indent="0">
              <a:buNone/>
              <a:defRPr sz="252" b="1"/>
            </a:lvl5pPr>
            <a:lvl6pPr marL="360045" indent="0">
              <a:buNone/>
              <a:defRPr sz="252" b="1"/>
            </a:lvl6pPr>
            <a:lvl7pPr marL="432054" indent="0">
              <a:buNone/>
              <a:defRPr sz="252" b="1"/>
            </a:lvl7pPr>
            <a:lvl8pPr marL="504063" indent="0">
              <a:buNone/>
              <a:defRPr sz="252" b="1"/>
            </a:lvl8pPr>
            <a:lvl9pPr marL="576072" indent="0">
              <a:buNone/>
              <a:defRPr sz="2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79" y="525950"/>
            <a:ext cx="609129" cy="773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8931" y="352967"/>
            <a:ext cx="612129" cy="172983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2009" indent="0">
              <a:buNone/>
              <a:defRPr sz="315" b="1"/>
            </a:lvl2pPr>
            <a:lvl3pPr marL="144018" indent="0">
              <a:buNone/>
              <a:defRPr sz="284" b="1"/>
            </a:lvl3pPr>
            <a:lvl4pPr marL="216027" indent="0">
              <a:buNone/>
              <a:defRPr sz="252" b="1"/>
            </a:lvl4pPr>
            <a:lvl5pPr marL="288036" indent="0">
              <a:buNone/>
              <a:defRPr sz="252" b="1"/>
            </a:lvl5pPr>
            <a:lvl6pPr marL="360045" indent="0">
              <a:buNone/>
              <a:defRPr sz="252" b="1"/>
            </a:lvl6pPr>
            <a:lvl7pPr marL="432054" indent="0">
              <a:buNone/>
              <a:defRPr sz="252" b="1"/>
            </a:lvl7pPr>
            <a:lvl8pPr marL="504063" indent="0">
              <a:buNone/>
              <a:defRPr sz="252" b="1"/>
            </a:lvl8pPr>
            <a:lvl9pPr marL="576072" indent="0">
              <a:buNone/>
              <a:defRPr sz="2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8931" y="525950"/>
            <a:ext cx="612129" cy="773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5667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05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2998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95991"/>
            <a:ext cx="464393" cy="335968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29" y="207314"/>
            <a:ext cx="728931" cy="1023236"/>
          </a:xfrm>
        </p:spPr>
        <p:txBody>
          <a:bodyPr/>
          <a:lstStyle>
            <a:lvl1pPr>
              <a:defRPr sz="504"/>
            </a:lvl1pPr>
            <a:lvl2pPr>
              <a:defRPr sz="441"/>
            </a:lvl2pPr>
            <a:lvl3pPr>
              <a:defRPr sz="378"/>
            </a:lvl3pPr>
            <a:lvl4pPr>
              <a:defRPr sz="315"/>
            </a:lvl4pPr>
            <a:lvl5pPr>
              <a:defRPr sz="315"/>
            </a:lvl5pPr>
            <a:lvl6pPr>
              <a:defRPr sz="315"/>
            </a:lvl6pPr>
            <a:lvl7pPr>
              <a:defRPr sz="315"/>
            </a:lvl7pPr>
            <a:lvl8pPr>
              <a:defRPr sz="315"/>
            </a:lvl8pPr>
            <a:lvl9pPr>
              <a:defRPr sz="3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431959"/>
            <a:ext cx="464393" cy="800257"/>
          </a:xfrm>
        </p:spPr>
        <p:txBody>
          <a:bodyPr/>
          <a:lstStyle>
            <a:lvl1pPr marL="0" indent="0">
              <a:buNone/>
              <a:defRPr sz="252"/>
            </a:lvl1pPr>
            <a:lvl2pPr marL="72009" indent="0">
              <a:buNone/>
              <a:defRPr sz="221"/>
            </a:lvl2pPr>
            <a:lvl3pPr marL="144018" indent="0">
              <a:buNone/>
              <a:defRPr sz="189"/>
            </a:lvl3pPr>
            <a:lvl4pPr marL="216027" indent="0">
              <a:buNone/>
              <a:defRPr sz="158"/>
            </a:lvl4pPr>
            <a:lvl5pPr marL="288036" indent="0">
              <a:buNone/>
              <a:defRPr sz="158"/>
            </a:lvl5pPr>
            <a:lvl6pPr marL="360045" indent="0">
              <a:buNone/>
              <a:defRPr sz="158"/>
            </a:lvl6pPr>
            <a:lvl7pPr marL="432054" indent="0">
              <a:buNone/>
              <a:defRPr sz="158"/>
            </a:lvl7pPr>
            <a:lvl8pPr marL="504063" indent="0">
              <a:buNone/>
              <a:defRPr sz="158"/>
            </a:lvl8pPr>
            <a:lvl9pPr marL="576072" indent="0">
              <a:buNone/>
              <a:defRPr sz="15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85788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95991"/>
            <a:ext cx="464393" cy="335968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29" y="207314"/>
            <a:ext cx="728931" cy="1023236"/>
          </a:xfrm>
        </p:spPr>
        <p:txBody>
          <a:bodyPr anchor="t"/>
          <a:lstStyle>
            <a:lvl1pPr marL="0" indent="0">
              <a:buNone/>
              <a:defRPr sz="504"/>
            </a:lvl1pPr>
            <a:lvl2pPr marL="72009" indent="0">
              <a:buNone/>
              <a:defRPr sz="441"/>
            </a:lvl2pPr>
            <a:lvl3pPr marL="144018" indent="0">
              <a:buNone/>
              <a:defRPr sz="378"/>
            </a:lvl3pPr>
            <a:lvl4pPr marL="216027" indent="0">
              <a:buNone/>
              <a:defRPr sz="315"/>
            </a:lvl4pPr>
            <a:lvl5pPr marL="288036" indent="0">
              <a:buNone/>
              <a:defRPr sz="315"/>
            </a:lvl5pPr>
            <a:lvl6pPr marL="360045" indent="0">
              <a:buNone/>
              <a:defRPr sz="315"/>
            </a:lvl6pPr>
            <a:lvl7pPr marL="432054" indent="0">
              <a:buNone/>
              <a:defRPr sz="315"/>
            </a:lvl7pPr>
            <a:lvl8pPr marL="504063" indent="0">
              <a:buNone/>
              <a:defRPr sz="315"/>
            </a:lvl8pPr>
            <a:lvl9pPr marL="576072" indent="0">
              <a:buNone/>
              <a:defRPr sz="31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431959"/>
            <a:ext cx="464393" cy="800257"/>
          </a:xfrm>
        </p:spPr>
        <p:txBody>
          <a:bodyPr/>
          <a:lstStyle>
            <a:lvl1pPr marL="0" indent="0">
              <a:buNone/>
              <a:defRPr sz="252"/>
            </a:lvl1pPr>
            <a:lvl2pPr marL="72009" indent="0">
              <a:buNone/>
              <a:defRPr sz="221"/>
            </a:lvl2pPr>
            <a:lvl3pPr marL="144018" indent="0">
              <a:buNone/>
              <a:defRPr sz="189"/>
            </a:lvl3pPr>
            <a:lvl4pPr marL="216027" indent="0">
              <a:buNone/>
              <a:defRPr sz="158"/>
            </a:lvl4pPr>
            <a:lvl5pPr marL="288036" indent="0">
              <a:buNone/>
              <a:defRPr sz="158"/>
            </a:lvl5pPr>
            <a:lvl6pPr marL="360045" indent="0">
              <a:buNone/>
              <a:defRPr sz="158"/>
            </a:lvl6pPr>
            <a:lvl7pPr marL="432054" indent="0">
              <a:buNone/>
              <a:defRPr sz="158"/>
            </a:lvl7pPr>
            <a:lvl8pPr marL="504063" indent="0">
              <a:buNone/>
              <a:defRPr sz="158"/>
            </a:lvl8pPr>
            <a:lvl9pPr marL="576072" indent="0">
              <a:buNone/>
              <a:defRPr sz="15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1166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8777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402" y="76660"/>
            <a:ext cx="310470" cy="12202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991" y="76660"/>
            <a:ext cx="913413" cy="12202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4047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91" y="76660"/>
            <a:ext cx="1241882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91" y="383297"/>
            <a:ext cx="1241882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991" y="1334540"/>
            <a:ext cx="32396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6955" y="1334540"/>
            <a:ext cx="485954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903" y="1334540"/>
            <a:ext cx="32396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62212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4018" rtl="0" eaLnBrk="1" latinLnBrk="0" hangingPunct="1">
        <a:lnSpc>
          <a:spcPct val="90000"/>
        </a:lnSpc>
        <a:spcBef>
          <a:spcPct val="0"/>
        </a:spcBef>
        <a:buNone/>
        <a:defRPr sz="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5" indent="-36005" algn="l" defTabSz="144018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441" kern="1200">
          <a:solidFill>
            <a:schemeClr val="tx1"/>
          </a:solidFill>
          <a:latin typeface="+mn-lt"/>
          <a:ea typeface="+mn-ea"/>
          <a:cs typeface="+mn-cs"/>
        </a:defRPr>
      </a:lvl1pPr>
      <a:lvl2pPr marL="108014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80023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15" kern="1200">
          <a:solidFill>
            <a:schemeClr val="tx1"/>
          </a:solidFill>
          <a:latin typeface="+mn-lt"/>
          <a:ea typeface="+mn-ea"/>
          <a:cs typeface="+mn-cs"/>
        </a:defRPr>
      </a:lvl3pPr>
      <a:lvl4pPr marL="252032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4pPr>
      <a:lvl5pPr marL="324041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5pPr>
      <a:lvl6pPr marL="396050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6pPr>
      <a:lvl7pPr marL="468059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7pPr>
      <a:lvl8pPr marL="540068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8pPr>
      <a:lvl9pPr marL="612077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1pPr>
      <a:lvl2pPr marL="72009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3pPr>
      <a:lvl4pPr marL="216027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8pPr>
      <a:lvl9pPr marL="576072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4642438-181D-4997-D47B-F8CFAEE7DE77}"/>
              </a:ext>
            </a:extLst>
          </p:cNvPr>
          <p:cNvGrpSpPr/>
          <p:nvPr/>
        </p:nvGrpSpPr>
        <p:grpSpPr>
          <a:xfrm>
            <a:off x="414338" y="414338"/>
            <a:ext cx="609600" cy="609600"/>
            <a:chOff x="-180000" y="-180000"/>
            <a:chExt cx="1800000" cy="1800000"/>
          </a:xfrm>
          <a:solidFill>
            <a:srgbClr val="296CF6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43D659F-6EB6-FAA2-30D9-5D4CDFB7B067}"/>
                </a:ext>
              </a:extLst>
            </p:cNvPr>
            <p:cNvSpPr/>
            <p:nvPr/>
          </p:nvSpPr>
          <p:spPr>
            <a:xfrm>
              <a:off x="177800" y="139700"/>
              <a:ext cx="1123950" cy="1123950"/>
            </a:xfrm>
            <a:prstGeom prst="ellipse">
              <a:avLst/>
            </a:prstGeom>
            <a:solidFill>
              <a:srgbClr val="FFF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9" name="Graphic 8" descr="Badge Tick1 with solid fill">
              <a:extLst>
                <a:ext uri="{FF2B5EF4-FFF2-40B4-BE49-F238E27FC236}">
                  <a16:creationId xmlns:a16="http://schemas.microsoft.com/office/drawing/2014/main" id="{8F068D10-3FE2-FDF0-EB5C-1927C07F1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80000" y="-180000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26428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Yuruk</dc:creator>
  <cp:lastModifiedBy>Joseph Yuruk</cp:lastModifiedBy>
  <cp:revision>4</cp:revision>
  <dcterms:created xsi:type="dcterms:W3CDTF">2026-03-13T06:16:00Z</dcterms:created>
  <dcterms:modified xsi:type="dcterms:W3CDTF">2026-03-13T06:46:47Z</dcterms:modified>
</cp:coreProperties>
</file>